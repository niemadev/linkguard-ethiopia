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8d6f41d-285e-c254-5c12-77944d6dd57b}">
          <p14:sldIdLst>
            <p14:sldId id="256"/>
            <p14:sldId id="257"/>
            <p14:sldId id="258"/>
            <p14:sldId id="259"/>
          </p14:sldIdLst>
        </p14:section>
        <p14:section name="Build" id="{c7ecb40e-37d6-11af-54f8-d5c8d5505d5f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esults" id="{f49e93ef-c4de-a7d7-37c2-db57e8bf424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LinkGuard Ethiopia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Scan suspicious links before you click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 cybersecurity platform that protects people from social-engineering scams: fake stores, phishing pages and malicious websites.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Kali Linux  |  Python + Flask  |  VirusTotal  |  urlscan.io  |  Google Safe Browsing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The problem and the idea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84048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Fake online stores and phishing pages spread through messages and social media.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scam link looks almost the same as a real one.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click can cost someone money or an account.</a:t>
            </a:r>
            <a:endParaRPr lang="en-US" sz="1400" dirty="0"/>
          </a:p>
        </p:txBody>
      </p:sp>
      <p:sp>
        <p:nvSpPr>
          <p:cNvPr id="6" name="Feature card 1"/>
          <p:cNvSpPr/>
          <p:nvPr/>
        </p:nvSpPr>
        <p:spPr>
          <a:xfrm>
            <a:off x="4572000" y="118872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Scan links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Check a URL before opening it</a:t>
            </a:r>
            <a:endParaRPr lang="en-US" sz="1300" dirty="0"/>
          </a:p>
        </p:txBody>
      </p:sp>
      <p:sp>
        <p:nvSpPr>
          <p:cNvPr id="9" name="Feature card 2"/>
          <p:cNvSpPr/>
          <p:nvPr/>
        </p:nvSpPr>
        <p:spPr>
          <a:xfrm>
            <a:off x="6766560" y="118872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Risk score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0-100 score with plain-language reasons</a:t>
            </a:r>
            <a:endParaRPr lang="en-US" sz="1300" dirty="0"/>
          </a:p>
        </p:txBody>
      </p:sp>
      <p:sp>
        <p:nvSpPr>
          <p:cNvPr id="12" name="Feature card 3"/>
          <p:cNvSpPr/>
          <p:nvPr/>
        </p:nvSpPr>
        <p:spPr>
          <a:xfrm>
            <a:off x="4572000" y="292608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Users flag suspicious links</a:t>
            </a:r>
            <a:endParaRPr lang="en-US" sz="1300" dirty="0"/>
          </a:p>
        </p:txBody>
      </p:sp>
      <p:sp>
        <p:nvSpPr>
          <p:cNvPr id="15" name="Feature card 4"/>
          <p:cNvSpPr/>
          <p:nvPr/>
        </p:nvSpPr>
        <p:spPr>
          <a:xfrm>
            <a:off x="6766560" y="292608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Shared database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moderated list warns others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What it is built with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Safe lab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Kali Linux in VirtualBox: NAT network, clean-baseline snapshot, clipboard off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Python 3 with a virtual environment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Web app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Flask, with HTML and CSS written in templates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Web requests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The requests library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SQLite, the whole database in one 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Security helpers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Werkzeug, hashlib, hmac and secrets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Threat sources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VirusTotal, urlscan.io and Google Safe Browsing APIs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Code storage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Git and GitHub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Where the answers come from</a:t>
            </a:r>
            <a:endParaRPr lang="en-US" sz="2800" dirty="0"/>
          </a:p>
        </p:txBody>
      </p:sp>
      <p:sp>
        <p:nvSpPr>
          <p:cNvPr id="3" name="Source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VirusTotal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Dozens of security engines vote on the link. The free plan allows 4 requests per minute.</a:t>
            </a:r>
            <a:endParaRPr lang="en-US" sz="1300" dirty="0"/>
          </a:p>
        </p:txBody>
      </p:sp>
      <p:sp>
        <p:nvSpPr>
          <p:cNvPr id="6" name="Source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urlscan.io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Opens the page in a sandbox and returns a verdict and score. Free scans are public.</a:t>
            </a:r>
            <a:endParaRPr lang="en-US" sz="1300" dirty="0"/>
          </a:p>
        </p:txBody>
      </p:sp>
      <p:sp>
        <p:nvSpPr>
          <p:cNvPr id="9" name="Source card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Google Safe Browsing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Google's list of known dangerous sites. A match adds 35 points.</a:t>
            </a:r>
            <a:endParaRPr lang="en-US" sz="1300" dirty="0"/>
          </a:p>
        </p:txBody>
      </p:sp>
      <p:sp>
        <p:nvSpPr>
          <p:cNvPr id="12" name="Source card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The community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Reports from users: one per visitor per link, approved by a moderator.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How I built it, step by step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Safe lab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Kali Linux in VirtualBox, NAT network, clean-baseline snapshot, clipboard and drag-and-drop off.</a:t>
            </a:r>
            <a:endParaRPr lang="en-US" sz="1100" dirty="0"/>
          </a:p>
        </p:txBody>
      </p:sp>
      <p:sp>
        <p:nvSpPr>
          <p:cNvPr id="7" name="Step card 2"/>
          <p:cNvSpPr/>
          <p:nvPr/>
        </p:nvSpPr>
        <p:spPr>
          <a:xfrm>
            <a:off x="324612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 access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VirusTotal, urlscan.io and Google Safe Browsing keys, kept in a private keys file.</a:t>
            </a:r>
            <a:endParaRPr lang="en-US" sz="1100" dirty="0"/>
          </a:p>
        </p:txBody>
      </p:sp>
      <p:sp>
        <p:nvSpPr>
          <p:cNvPr id="11" name="Step card 3"/>
          <p:cNvSpPr/>
          <p:nvPr/>
        </p:nvSpPr>
        <p:spPr>
          <a:xfrm>
            <a:off x="603504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98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27 URLs: 15 confirmed phishing links and 12 known-good sites.</a:t>
            </a:r>
            <a:endParaRPr lang="en-US" sz="1100" dirty="0"/>
          </a:p>
        </p:txBody>
      </p:sp>
      <p:sp>
        <p:nvSpPr>
          <p:cNvPr id="15" name="Step card 4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Python checkers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vt_check.py, urlscan_check.py and batch_test.py, with rate-limit handling.</a:t>
            </a:r>
            <a:endParaRPr lang="en-US" sz="1100" dirty="0"/>
          </a:p>
        </p:txBody>
      </p:sp>
      <p:sp>
        <p:nvSpPr>
          <p:cNvPr id="19" name="Step card 5"/>
          <p:cNvSpPr/>
          <p:nvPr/>
        </p:nvSpPr>
        <p:spPr>
          <a:xfrm>
            <a:off x="3246120" y="29718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Scoring + web app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Flask page merges the sources into one score with reasons.</a:t>
            </a:r>
            <a:endParaRPr lang="en-US" sz="1100" dirty="0"/>
          </a:p>
        </p:txBody>
      </p:sp>
      <p:sp>
        <p:nvSpPr>
          <p:cNvPr id="23" name="Step card 6"/>
          <p:cNvSpPr/>
          <p:nvPr/>
        </p:nvSpPr>
        <p:spPr>
          <a:xfrm>
            <a:off x="6035040" y="29718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Community layer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SQLite reports, a moderated public list and a protected admin page.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How a scan works</a:t>
            </a:r>
            <a:endParaRPr lang="en-US" sz="2800" dirty="0"/>
          </a:p>
        </p:txBody>
      </p:sp>
      <p:sp>
        <p:nvSpPr>
          <p:cNvPr id="3" name="Input box"/>
          <p:cNvSpPr/>
          <p:nvPr/>
        </p:nvSpPr>
        <p:spPr>
          <a:xfrm>
            <a:off x="365760" y="233172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23317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pastes a link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269748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Normalize box"/>
          <p:cNvSpPr/>
          <p:nvPr/>
        </p:nvSpPr>
        <p:spPr>
          <a:xfrm>
            <a:off x="1874520" y="233172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7672" y="23317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Clean and validate the URL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69748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ource 1"/>
          <p:cNvSpPr/>
          <p:nvPr/>
        </p:nvSpPr>
        <p:spPr>
          <a:xfrm>
            <a:off x="3474720" y="1280160"/>
            <a:ext cx="20116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28016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VirusTotal</a:t>
            </a:r>
            <a:endParaRPr lang="en-US" sz="1200" dirty="0"/>
          </a:p>
        </p:txBody>
      </p:sp>
      <p:sp>
        <p:nvSpPr>
          <p:cNvPr id="11" name="Source 2"/>
          <p:cNvSpPr/>
          <p:nvPr/>
        </p:nvSpPr>
        <p:spPr>
          <a:xfrm>
            <a:off x="3474720" y="2011680"/>
            <a:ext cx="20116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20116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urlscan.io (live scan)</a:t>
            </a:r>
            <a:endParaRPr lang="en-US" sz="1200" dirty="0"/>
          </a:p>
        </p:txBody>
      </p:sp>
      <p:sp>
        <p:nvSpPr>
          <p:cNvPr id="13" name="Source 3"/>
          <p:cNvSpPr/>
          <p:nvPr/>
        </p:nvSpPr>
        <p:spPr>
          <a:xfrm>
            <a:off x="3474720" y="2743200"/>
            <a:ext cx="20116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7872" y="27432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Google Safe Browsing</a:t>
            </a:r>
            <a:endParaRPr lang="en-US" sz="1200" dirty="0"/>
          </a:p>
        </p:txBody>
      </p:sp>
      <p:sp>
        <p:nvSpPr>
          <p:cNvPr id="15" name="Source 4"/>
          <p:cNvSpPr/>
          <p:nvPr/>
        </p:nvSpPr>
        <p:spPr>
          <a:xfrm>
            <a:off x="3474720" y="3474720"/>
            <a:ext cx="20116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47872" y="34747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Community reports (SQLite)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269748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core box"/>
          <p:cNvSpPr/>
          <p:nvPr/>
        </p:nvSpPr>
        <p:spPr>
          <a:xfrm>
            <a:off x="5715000" y="233172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88152" y="23317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Weighted risk score + reasons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269748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Band safe"/>
          <p:cNvSpPr/>
          <p:nvPr/>
        </p:nvSpPr>
        <p:spPr>
          <a:xfrm>
            <a:off x="7406640" y="187452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9792" y="187452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Safe</a:t>
            </a:r>
            <a:endParaRPr lang="en-US" sz="1200" dirty="0"/>
          </a:p>
        </p:txBody>
      </p:sp>
      <p:sp>
        <p:nvSpPr>
          <p:cNvPr id="23" name="Band suspicious"/>
          <p:cNvSpPr/>
          <p:nvPr/>
        </p:nvSpPr>
        <p:spPr>
          <a:xfrm>
            <a:off x="7406640" y="251460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251460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Suspicious</a:t>
            </a:r>
            <a:endParaRPr lang="en-US" sz="1200" dirty="0"/>
          </a:p>
        </p:txBody>
      </p:sp>
      <p:sp>
        <p:nvSpPr>
          <p:cNvPr id="25" name="Band dangerous"/>
          <p:cNvSpPr/>
          <p:nvPr/>
        </p:nvSpPr>
        <p:spPr>
          <a:xfrm>
            <a:off x="7406640" y="31546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9792" y="3154680"/>
            <a:ext cx="1133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Dangerous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If a source fails or times out, it reports "no data" instead of crashing. A result that would be Safe is then shown as Unverified.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The risk scoring engine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Points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VirusTotal: engines flagging malicious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4 each, max 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VirusTotal: engines flagging suspicious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 each, max 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Google Safe Browsing match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+35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urlscan.io malicious verdict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+30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urlscan.io risk score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20% of it, max 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Community reports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5 each, max 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Total is capped at 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Band chip 1"/>
          <p:cNvSpPr/>
          <p:nvPr/>
        </p:nvSpPr>
        <p:spPr>
          <a:xfrm>
            <a:off x="6126480" y="118872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0-30  Safe</a:t>
            </a:r>
            <a:endParaRPr lang="en-US" sz="1600" dirty="0"/>
          </a:p>
        </p:txBody>
      </p:sp>
      <p:sp>
        <p:nvSpPr>
          <p:cNvPr id="6" name="Band chip 2"/>
          <p:cNvSpPr/>
          <p:nvPr/>
        </p:nvSpPr>
        <p:spPr>
          <a:xfrm>
            <a:off x="6126480" y="196596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31-60  Suspicious</a:t>
            </a:r>
            <a:endParaRPr lang="en-US" sz="1600" dirty="0"/>
          </a:p>
        </p:txBody>
      </p:sp>
      <p:sp>
        <p:nvSpPr>
          <p:cNvPr id="8" name="Band chip 3"/>
          <p:cNvSpPr/>
          <p:nvPr/>
        </p:nvSpPr>
        <p:spPr>
          <a:xfrm>
            <a:off x="6126480" y="274320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61-100  Dangerous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 point has a written reason, so the user sees why a link scored what it did.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Dangerous and suspicious results</a:t>
            </a:r>
            <a:endParaRPr lang="en-US" sz="2800" dirty="0"/>
          </a:p>
        </p:txBody>
      </p:sp>
      <p:pic>
        <p:nvPicPr>
          <p:cNvPr id="3" name="Image 0" descr="Dangerous scan result, 100 out of 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1188720"/>
            <a:ext cx="330708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100/100 Dangerous: all three sources agree</a:t>
            </a:r>
            <a:endParaRPr lang="en-US" sz="1100" dirty="0"/>
          </a:p>
        </p:txBody>
      </p:sp>
      <p:pic>
        <p:nvPicPr>
          <p:cNvPr id="5" name="Image 1" descr="Suspicious scan result, 43 out of 1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0" y="1188720"/>
            <a:ext cx="3307080" cy="2834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4114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43/100 Suspicious: a fake Outlook login page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Unverified results when a source fails</a:t>
            </a:r>
            <a:endParaRPr lang="en-US" sz="2800" dirty="0"/>
          </a:p>
        </p:txBody>
      </p:sp>
      <p:pic>
        <p:nvPicPr>
          <p:cNvPr id="3" name="Image 0" descr="Unverified result with no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1188720"/>
            <a:ext cx="2976372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No data from two sources, so not shown as Safe</a:t>
            </a:r>
            <a:endParaRPr lang="en-US" sz="1100" dirty="0"/>
          </a:p>
        </p:txBody>
      </p:sp>
      <p:pic>
        <p:nvPicPr>
          <p:cNvPr id="5" name="Image 1" descr="Unverified result with one re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794" y="1188720"/>
            <a:ext cx="2976372" cy="2834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4114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After one community report, 8/100 and still Unverified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Everyday screens</a:t>
            </a:r>
            <a:endParaRPr lang="en-US" sz="2800" dirty="0"/>
          </a:p>
        </p:txBody>
      </p:sp>
      <p:pic>
        <p:nvPicPr>
          <p:cNvPr id="3" name="Image 0" descr="LinkGuard hom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977640" cy="1335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6979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Home page</a:t>
            </a:r>
            <a:endParaRPr lang="en-US" sz="1100" dirty="0"/>
          </a:p>
        </p:txBody>
      </p:sp>
      <p:pic>
        <p:nvPicPr>
          <p:cNvPr id="5" name="Image 1" descr="Invalid input mes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748" y="1143000"/>
            <a:ext cx="3720465" cy="1417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2651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Text that is not a link is rejected</a:t>
            </a:r>
            <a:endParaRPr lang="en-US" sz="1100" dirty="0"/>
          </a:p>
        </p:txBody>
      </p:sp>
      <p:pic>
        <p:nvPicPr>
          <p:cNvPr id="7" name="Image 2" descr="Report confir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8" y="2926080"/>
            <a:ext cx="3720465" cy="1417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434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link has been reported</a:t>
            </a:r>
            <a:endParaRPr lang="en-US" sz="1100" dirty="0"/>
          </a:p>
        </p:txBody>
      </p:sp>
      <p:pic>
        <p:nvPicPr>
          <p:cNvPr id="9" name="Image 3" descr="Already reported mess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748" y="2926080"/>
            <a:ext cx="3720465" cy="1417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709160" y="4434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One report per visitor per link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Community list and admin login</a:t>
            </a:r>
            <a:endParaRPr lang="en-US" sz="2800" dirty="0"/>
          </a:p>
        </p:txBody>
      </p:sp>
      <p:pic>
        <p:nvPicPr>
          <p:cNvPr id="3" name="Image 0" descr="Community reports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77640" cy="15152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9545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Public list: empty until a moderator approves a link</a:t>
            </a:r>
            <a:endParaRPr lang="en-US" sz="1100" dirty="0"/>
          </a:p>
        </p:txBody>
      </p:sp>
      <p:pic>
        <p:nvPicPr>
          <p:cNvPr id="5" name="Image 1" descr="Admin login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77640" cy="1178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245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Moderators log in at /admin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Testing found gaps, so I hardened it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Problem found in testing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Fix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One person could report the same link again and again to raise its score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One report per visitor per link: salted hash of the IP plus a unique database index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http://example.com and http://example.com/ counted as two links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normalize_url(): lowercase host, no default port or #fragment, "/" path; non-URLs are rejected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A failed source (dead domain, network error) still showed a green Safe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"Incomplete scan" warning; Safe becomes Unverified when any source has no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Public list could be spammed or unfairly name a real business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Moderator approval before listing; reports on rejected links are not counted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Behind a proxy, a forged X-Forwarded-For could dodge the report limit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ProxyFix with TRUSTED_PROXIES, default 0 so the header is ignored locally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admin and moderation code passed 34 of 34 test checks.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Community reporting, moderation and security</a:t>
            </a:r>
            <a:endParaRPr lang="en-US" sz="2800" dirty="0"/>
          </a:p>
        </p:txBody>
      </p:sp>
      <p:sp>
        <p:nvSpPr>
          <p:cNvPr id="3" name="Column card 1"/>
          <p:cNvSpPr/>
          <p:nvPr/>
        </p:nvSpPr>
        <p:spPr>
          <a:xfrm>
            <a:off x="45720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Reporting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Anyone can report a link.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One report per visitor per link.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Visitor ID is a salted hash; the raw IP is never stored.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Parameterised SQL queries block injection.</a:t>
            </a:r>
            <a:endParaRPr lang="en-US" sz="1200" dirty="0"/>
          </a:p>
        </p:txBody>
      </p:sp>
      <p:sp>
        <p:nvSpPr>
          <p:cNvPr id="6" name="Column card 2"/>
          <p:cNvSpPr/>
          <p:nvPr/>
        </p:nvSpPr>
        <p:spPr>
          <a:xfrm>
            <a:off x="324612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Moderation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An admin approves or rejects each reported link.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Only approved links appear on the public list.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Reports on rejected links no longer raise the score.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Links are shown defanged: hxxp, [.]</a:t>
            </a:r>
            <a:endParaRPr lang="en-US" sz="1200" dirty="0"/>
          </a:p>
        </p:txBody>
      </p:sp>
      <p:sp>
        <p:nvSpPr>
          <p:cNvPr id="9" name="Column card 3"/>
          <p:cNvSpPr/>
          <p:nvPr/>
        </p:nvSpPr>
        <p:spPr>
          <a:xfrm>
            <a:off x="603504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Admin security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7452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Password stored only as a hash; no default password.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CSRF token on every admin button.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5 wrong passwords lock a visitor out for 15 minutes.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HttpOnly cookie, 30-minute session, security headers.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Getting ready to deploy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Reading the visitor IP behind a proxy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Visitor sends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App sees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No proxy (default 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A fake header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Real connection address; fake ignored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1 trusted proxy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Nothing; proxy adds the real IP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Real visitor IP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1 trusted proxy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Fake header, then proxy adds the real IP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Real visitor IP; fake ignored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The proxy count must match your real setup: too few shows the proxy address, too many trusts forged entries.</a:t>
            </a:r>
            <a:endParaRPr lang="en-US" sz="1100" dirty="0"/>
          </a:p>
        </p:txBody>
      </p:sp>
      <p:sp>
        <p:nvSpPr>
          <p:cNvPr id="6" name="Hosting card"/>
          <p:cNvSpPr/>
          <p:nvPr/>
        </p:nvSpPr>
        <p:spPr>
          <a:xfrm>
            <a:off x="5486400" y="1188720"/>
            <a:ext cx="3200400" cy="333756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Ready for hosting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78308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Secrets come from environment variables first, then the keys file.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The database creates its own tables at start.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Security headers on every page; secure cookie flag for HTTPS.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Lockout counter is in memory and resets on restart.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Still to do: turn off debug=True and use a production server.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Results and next steps</a:t>
            </a:r>
            <a:endParaRPr lang="en-US" sz="2800" dirty="0"/>
          </a:p>
        </p:txBody>
      </p:sp>
      <p:pic>
        <p:nvPicPr>
          <p:cNvPr id="3" name="Image 0" descr="LinkGuard scan result: 43/100 Suspicious with reasons from VirusTotal, Google Safe Browsing and urlscan.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291840" cy="2788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real scan in the web app</a:t>
            </a:r>
            <a:endParaRPr lang="en-US" sz="1100" dirty="0"/>
          </a:p>
        </p:txBody>
      </p:sp>
      <p:sp>
        <p:nvSpPr>
          <p:cNvPr id="5" name="Stat card 1"/>
          <p:cNvSpPr/>
          <p:nvPr/>
        </p:nvSpPr>
        <p:spPr>
          <a:xfrm>
            <a:off x="4023360" y="118872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02336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15/15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phishing URLs detected</a:t>
            </a:r>
            <a:endParaRPr lang="en-US" sz="1000" dirty="0"/>
          </a:p>
        </p:txBody>
      </p:sp>
      <p:sp>
        <p:nvSpPr>
          <p:cNvPr id="8" name="Stat card 2"/>
          <p:cNvSpPr/>
          <p:nvPr/>
        </p:nvSpPr>
        <p:spPr>
          <a:xfrm>
            <a:off x="5623560" y="118872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0/12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good sites falsely flagged</a:t>
            </a:r>
            <a:endParaRPr lang="en-US" sz="1000" dirty="0"/>
          </a:p>
        </p:txBody>
      </p:sp>
      <p:sp>
        <p:nvSpPr>
          <p:cNvPr id="11" name="Stat card 3"/>
          <p:cNvSpPr/>
          <p:nvPr/>
        </p:nvSpPr>
        <p:spPr>
          <a:xfrm>
            <a:off x="7223760" y="118872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1280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43/100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example phishing page</a:t>
            </a:r>
            <a:endParaRPr lang="en-US" sz="1000" dirty="0"/>
          </a:p>
        </p:txBody>
      </p:sp>
      <p:sp>
        <p:nvSpPr>
          <p:cNvPr id="14" name="Next steps card"/>
          <p:cNvSpPr/>
          <p:nvPr/>
        </p:nvSpPr>
        <p:spPr>
          <a:xfrm>
            <a:off x="4023360" y="2423160"/>
            <a:ext cx="466344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Limits and next steps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251960" y="29718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good-URL test set was only famous sites (VirusTotal alone); add small, obscure legitimate sites.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Add domain age, SSL, redirect and typosquatting checks from the riskScorer.js design.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Deploy with debug off and a production server.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Key terms in plain words</a:t>
            </a:r>
            <a:endParaRPr lang="en-US" sz="2800" dirty="0"/>
          </a:p>
        </p:txBody>
      </p:sp>
      <p:sp>
        <p:nvSpPr>
          <p:cNvPr id="3" name="Terms card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Phishing: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 fake site or message that imitates a trusted one to steal data.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Social engineering: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tricking people instead of hacking computers.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API key: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 private code that identifies you to an online service.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Sandbox: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an isolated space where a page can be opened safely.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Hash: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 one-way scrambled version of data that cannot be read back.</a:t>
            </a:r>
            <a:endParaRPr lang="en-US" sz="1200" dirty="0"/>
          </a:p>
        </p:txBody>
      </p:sp>
      <p:sp>
        <p:nvSpPr>
          <p:cNvPr id="5" name="Terms card 2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3716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Salt: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 secret extra string mixed in before hashing.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CSRF: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an attack where another site tricks your logged-in browser; a secret token stops it.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Defang: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rewrite a link (hxxp, [.]) so it cannot be clicked by accident.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Reverse proxy: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 server in front of an app that passes visitors' requests to it.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Typosquatting: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 website name almost identical to a famous brand.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kGuard">
  <a:themeElements>
    <a:clrScheme name="LinkGuard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38BDF8"/>
      </a:accent1>
      <a:accent2>
        <a:srgbClr val="22C55E"/>
      </a:accent2>
      <a:accent3>
        <a:srgbClr val="EAB308"/>
      </a:accent3>
      <a:accent4>
        <a:srgbClr val="EF4444"/>
      </a:accent4>
      <a:accent5>
        <a:srgbClr val="94A3B8"/>
      </a:accent5>
      <a:accent6>
        <a:srgbClr val="0EA5E9"/>
      </a:accent6>
      <a:hlink>
        <a:srgbClr val="38BDF8"/>
      </a:hlink>
      <a:folHlink>
        <a:srgbClr val="94A3B8"/>
      </a:folHlink>
    </a:clrScheme>
    <a:fontScheme name="LinkGu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LinkGuard Ethiopia</dc:title>
  <dc:subject>PptxGenJS Presentation</dc:subject>
  <dc:creator>PptxGenJS</dc:creator>
  <cp:lastModifiedBy>PptxGenJS</cp:lastModifiedBy>
  <cp:revision>1</cp:revision>
  <dcterms:created xsi:type="dcterms:W3CDTF">2026-10-25T01:14:53Z</dcterms:created>
  <dcterms:modified xsi:type="dcterms:W3CDTF">2026-10-25T01:14:53Z</dcterms:modified>
</cp:coreProperties>
</file>